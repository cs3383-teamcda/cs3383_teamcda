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Public Sans Medium"/>
      <p:regular r:id="rId11"/>
      <p:bold r:id="rId12"/>
      <p:italic r:id="rId13"/>
      <p:boldItalic r:id="rId14"/>
    </p:embeddedFont>
    <p:embeddedFont>
      <p:font typeface="Public Sans"/>
      <p:regular r:id="rId15"/>
      <p:bold r:id="rId16"/>
      <p:italic r:id="rId17"/>
      <p:boldItalic r:id="rId18"/>
    </p:embeddedFont>
    <p:embeddedFont>
      <p:font typeface="Public Sans Ligh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font" Target="fonts/PublicSansLight-bold.fntdata"/><Relationship Id="rId22" Type="http://schemas.openxmlformats.org/officeDocument/2006/relationships/font" Target="fonts/PublicSansLight-boldItalic.fntdata"/><Relationship Id="rId21" Type="http://schemas.openxmlformats.org/officeDocument/2006/relationships/font" Target="fonts/PublicSansLight-italic.fntdata"/><Relationship Id="rId11" Type="http://schemas.openxmlformats.org/officeDocument/2006/relationships/font" Target="fonts/PublicSansMedium-regular.fntdata"/><Relationship Id="rId10" Type="http://schemas.openxmlformats.org/officeDocument/2006/relationships/slide" Target="slides/slide4.xml"/><Relationship Id="rId13" Type="http://schemas.openxmlformats.org/officeDocument/2006/relationships/font" Target="fonts/PublicSansMedium-italic.fntdata"/><Relationship Id="rId12" Type="http://schemas.openxmlformats.org/officeDocument/2006/relationships/font" Target="fonts/PublicSansMedium-bold.fntdata"/><Relationship Id="rId15" Type="http://schemas.openxmlformats.org/officeDocument/2006/relationships/font" Target="fonts/PublicSans-regular.fntdata"/><Relationship Id="rId14" Type="http://schemas.openxmlformats.org/officeDocument/2006/relationships/font" Target="fonts/PublicSansMedium-boldItalic.fntdata"/><Relationship Id="rId17" Type="http://schemas.openxmlformats.org/officeDocument/2006/relationships/font" Target="fonts/PublicSans-italic.fntdata"/><Relationship Id="rId16" Type="http://schemas.openxmlformats.org/officeDocument/2006/relationships/font" Target="fonts/PublicSans-bold.fntdata"/><Relationship Id="rId19" Type="http://schemas.openxmlformats.org/officeDocument/2006/relationships/font" Target="fonts/PublicSansLight-regular.fntdata"/><Relationship Id="rId18" Type="http://schemas.openxmlformats.org/officeDocument/2006/relationships/font" Target="fonts/Public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fb3e3a6554_0_1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fb3e3a6554_0_1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[SPOKEN]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"Welcome to TL5's first lecture. Our role on the team is AI and ethics - using AI well, and owning what it produces. At the Meet and Greet, we already used AI to write your team's RFP and break the project into features - and each of you picked one. Today is the next step: using AI to turn your feature into a full Champion document, and to estimate how long the work will take.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But here's the heart of it, and it's the thing you'll be graded on: the AI produces, YOU verify and own. By the end of today you'll have a Champion for your feature and a set of time estimates - and, importantly, you'll walk straight into the TL4 lecture and put those estimates to work."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[Then intros - graded moment - and note the TL4 handoff coming.]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b3e3a6554_0_1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fb3e3a6554_0_1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[SPOKEN — TL5 cohort up front; each says name (graded moment).]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"Quick introductions - and yes, introducing yourself is a graded moment, so do it well.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[Each TL5 says name + team.]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"Like every TL group, while one of us presents the rest are circulating to help - today especially during the hands-on part where you prompt the AI and check what it gives back. Grab us; helping you earns us support credit. Our specialty is the AI workflow: if the AI gives you something that looks plausible but you're not sure about, that's exactly when to wave us over - because 'is this actually right?' is the whole skill today."]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fb3e3a6554_0_1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fb3e3a6554_0_1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[SPOKEN]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"Let's be clear so nothing feels repeated. You already know what each section of a Champion IS - Dr. BC taught you use cases, interface contracts, and data-flow diagrams. We are NOT re-teaching those.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What we ARE teaching is how to PRODUCE your Champion with AI, fast, and then verify and own it. The AI is a powerful first-draft engine - it is not the author of record. You are. And there's a second product today: fine-grained time estimates for your coding work, which you'll carry into the TL4 lecture right after this one. So today has two outputs - a Champion, and a set of estimates - both drafted by AI, both owned by you."]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b3e3a6554_0_1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fb3e3a6554_0_1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[SPOKEN — the structure slide that was missing. Show the skeleton so they know the document they're producing.]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"Before we prompt anything, here's the document you're building, so you know the shape of it. A Champion has five sections. Introduction - what your feature does, and crucially what it does NOT do. Use Case - the actors and a numbered basic sequence, with exceptions branching from a numbered step, written 'Step 3a', exactly as Dr. BC showed. Interface Contract - the inputs, outputs, and events other features use, each one typed and testable, not vague. DFD - a data-flow diagram in Gane-Sarson notation, from a context view down to your feature's zoom, with no black holes or miracles. And the Timeline - your work items with honest hour estimates, which is the part TL4 will track you against all semester.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Those five are what the AI will draft and what you'll verify. Keep this skeleton in mind - every prompt you write today targets one of these five."]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1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228600" y="223500"/>
            <a:ext cx="8686800" cy="46965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398075" y="365350"/>
            <a:ext cx="7447200" cy="16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 &amp; Content">
  <p:cSld name="CUSTOM_13"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22845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60" name="Google Shape;60;p14"/>
          <p:cNvSpPr txBox="1"/>
          <p:nvPr>
            <p:ph idx="2" type="body"/>
          </p:nvPr>
        </p:nvSpPr>
        <p:spPr>
          <a:xfrm>
            <a:off x="571350" y="620025"/>
            <a:ext cx="60606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61" name="Google Shape;61;p1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TITLE_AND_BODY_1"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22845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66" name="Google Shape;66;p15"/>
          <p:cNvSpPr txBox="1"/>
          <p:nvPr>
            <p:ph idx="2" type="body"/>
          </p:nvPr>
        </p:nvSpPr>
        <p:spPr>
          <a:xfrm>
            <a:off x="396725" y="620025"/>
            <a:ext cx="55821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67" name="Google Shape;67;p1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s &amp; Suggestion ">
  <p:cSld name="CUSTOM_6"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240850" y="3175000"/>
            <a:ext cx="5004000" cy="15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2" type="subTitle"/>
          </p:nvPr>
        </p:nvSpPr>
        <p:spPr>
          <a:xfrm>
            <a:off x="2286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3" type="body"/>
          </p:nvPr>
        </p:nvSpPr>
        <p:spPr>
          <a:xfrm>
            <a:off x="2287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4" type="subTitle"/>
          </p:nvPr>
        </p:nvSpPr>
        <p:spPr>
          <a:xfrm>
            <a:off x="24311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5" type="body"/>
          </p:nvPr>
        </p:nvSpPr>
        <p:spPr>
          <a:xfrm>
            <a:off x="24312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6" type="subTitle"/>
          </p:nvPr>
        </p:nvSpPr>
        <p:spPr>
          <a:xfrm>
            <a:off x="4633725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7" type="body"/>
          </p:nvPr>
        </p:nvSpPr>
        <p:spPr>
          <a:xfrm>
            <a:off x="4633850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8" type="subTitle"/>
          </p:nvPr>
        </p:nvSpPr>
        <p:spPr>
          <a:xfrm>
            <a:off x="68361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9" type="body"/>
          </p:nvPr>
        </p:nvSpPr>
        <p:spPr>
          <a:xfrm>
            <a:off x="68362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6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6" name="Google Shape;86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8" name="Google Shape;98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9" name="Google Shape;10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5" name="Google Shape;11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118" name="Google Shape;11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" name="Google Shape;121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2" name="Google Shape;12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9" name="Google Shape;129;p2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" name="Google Shape;130;p2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1" name="Google Shape;131;p2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7" name="Google Shape;137;p3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3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2" name="Google Shape;142;p3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3" name="Google Shape;143;p3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4" name="Google Shape;144;p3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5" name="Google Shape;145;p3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3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9" name="Google Shape;149;p3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1" name="Google Shape;151;p3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2" name="Google Shape;152;p32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3" name="Google Shape;153;p32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4" name="Google Shape;154;p32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8" name="Google Shape;158;p3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9" name="Google Shape;159;p3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0" name="Google Shape;160;p3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1" name="Google Shape;161;p3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2" name="Google Shape;162;p3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3" name="Google Shape;163;p3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4" name="Google Shape;164;p3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5" name="Google Shape;165;p3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3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2" name="Google Shape;172;p3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3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5" name="Google Shape;17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8" name="Google Shape;178;p3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1" name="Google Shape;181;p3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3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3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4" name="Google Shape;184;p3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3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6" name="Google Shape;18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9" name="Google Shape;189;p3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0" name="Google Shape;190;p3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3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3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3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3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3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3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3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3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3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dk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/>
          <p:nvPr/>
        </p:nvSpPr>
        <p:spPr>
          <a:xfrm>
            <a:off x="228600" y="223500"/>
            <a:ext cx="8686800" cy="46965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08" name="Google Shape;208;p39"/>
          <p:cNvSpPr txBox="1"/>
          <p:nvPr>
            <p:ph type="title"/>
          </p:nvPr>
        </p:nvSpPr>
        <p:spPr>
          <a:xfrm>
            <a:off x="398075" y="365350"/>
            <a:ext cx="7447200" cy="16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9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0" name="Google Shape;210;p39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1" name="Google Shape;211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 &amp; Content">
  <p:cSld name="CUSTOM_13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/>
          <p:nvPr/>
        </p:nvSpPr>
        <p:spPr>
          <a:xfrm>
            <a:off x="22845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4" name="Google Shape;214;p40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40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16" name="Google Shape;216;p40"/>
          <p:cNvSpPr txBox="1"/>
          <p:nvPr>
            <p:ph idx="2" type="body"/>
          </p:nvPr>
        </p:nvSpPr>
        <p:spPr>
          <a:xfrm>
            <a:off x="571350" y="620025"/>
            <a:ext cx="60606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17" name="Google Shape;217;p40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 type="tx">
  <p:cSld name="TITLE_AND_BODY">
    <p:bg>
      <p:bgPr>
        <a:solidFill>
          <a:schemeClr val="dk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/>
          <p:nvPr/>
        </p:nvSpPr>
        <p:spPr>
          <a:xfrm>
            <a:off x="22845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1" name="Google Shape;221;p41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22" name="Google Shape;222;p41"/>
          <p:cNvSpPr txBox="1"/>
          <p:nvPr>
            <p:ph idx="2" type="body"/>
          </p:nvPr>
        </p:nvSpPr>
        <p:spPr>
          <a:xfrm>
            <a:off x="396725" y="620025"/>
            <a:ext cx="55821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23" name="Google Shape;223;p41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nded Audience" type="twoColTx">
  <p:cSld name="TITLE_AND_TWO_COLUMNS">
    <p:bg>
      <p:bgPr>
        <a:solidFill>
          <a:schemeClr val="dk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/>
          <p:nvPr/>
        </p:nvSpPr>
        <p:spPr>
          <a:xfrm>
            <a:off x="22860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6" name="Google Shape;226;p42"/>
          <p:cNvSpPr txBox="1"/>
          <p:nvPr>
            <p:ph type="title"/>
          </p:nvPr>
        </p:nvSpPr>
        <p:spPr>
          <a:xfrm>
            <a:off x="396875" y="3950225"/>
            <a:ext cx="72279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27" name="Google Shape;227;p42"/>
          <p:cNvSpPr txBox="1"/>
          <p:nvPr>
            <p:ph idx="1" type="body"/>
          </p:nvPr>
        </p:nvSpPr>
        <p:spPr>
          <a:xfrm>
            <a:off x="228600" y="4707300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42"/>
          <p:cNvSpPr/>
          <p:nvPr>
            <p:ph idx="2" type="pic"/>
          </p:nvPr>
        </p:nvSpPr>
        <p:spPr>
          <a:xfrm>
            <a:off x="396875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9" name="Google Shape;229;p42"/>
          <p:cNvSpPr/>
          <p:nvPr>
            <p:ph idx="3" type="pic"/>
          </p:nvPr>
        </p:nvSpPr>
        <p:spPr>
          <a:xfrm>
            <a:off x="3243990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0" name="Google Shape;230;p42"/>
          <p:cNvSpPr/>
          <p:nvPr>
            <p:ph idx="4" type="pic"/>
          </p:nvPr>
        </p:nvSpPr>
        <p:spPr>
          <a:xfrm>
            <a:off x="6091104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1" name="Google Shape;231;p42"/>
          <p:cNvSpPr txBox="1"/>
          <p:nvPr>
            <p:ph idx="5" type="title"/>
          </p:nvPr>
        </p:nvSpPr>
        <p:spPr>
          <a:xfrm>
            <a:off x="770225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42"/>
          <p:cNvSpPr txBox="1"/>
          <p:nvPr>
            <p:ph idx="6" type="title"/>
          </p:nvPr>
        </p:nvSpPr>
        <p:spPr>
          <a:xfrm>
            <a:off x="3602700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42"/>
          <p:cNvSpPr txBox="1"/>
          <p:nvPr>
            <p:ph idx="7" type="title"/>
          </p:nvPr>
        </p:nvSpPr>
        <p:spPr>
          <a:xfrm>
            <a:off x="6464454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42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1" type="titleOnly">
  <p:cSld name="TITLE_ONLY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7" name="Google Shape;237;p43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8" name="Google Shape;238;p43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9" name="Google Shape;239;p43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43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241" name="Google Shape;241;p43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2" name="Google Shape;242;p43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2">
  <p:cSld name="CUSTOM_11">
    <p:bg>
      <p:bgPr>
        <a:solidFill>
          <a:schemeClr val="dk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4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5" name="Google Shape;245;p44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6" name="Google Shape;246;p44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7" name="Google Shape;247;p44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4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249" name="Google Shape;249;p44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0" name="Google Shape;250;p4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3">
  <p:cSld name="CUSTOM_12">
    <p:bg>
      <p:bgPr>
        <a:solidFill>
          <a:schemeClr val="dk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5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3" name="Google Shape;253;p45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4" name="Google Shape;254;p45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5" name="Google Shape;255;p45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45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257" name="Google Shape;257;p45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8" name="Google Shape;258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lvl="1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lvl="2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lvl="3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lvl="4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lvl="5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lvl="6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lvl="7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lvl="8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4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ny Overview">
  <p:cSld name="ONE_COLUMN_TEXT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/>
          <p:nvPr/>
        </p:nvSpPr>
        <p:spPr>
          <a:xfrm>
            <a:off x="3899425" y="223500"/>
            <a:ext cx="50160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2" name="Google Shape;262;p46"/>
          <p:cNvSpPr/>
          <p:nvPr>
            <p:ph idx="2" type="pic"/>
          </p:nvPr>
        </p:nvSpPr>
        <p:spPr>
          <a:xfrm>
            <a:off x="228600" y="223500"/>
            <a:ext cx="3547800" cy="3302100"/>
          </a:xfrm>
          <a:prstGeom prst="roundRect">
            <a:avLst>
              <a:gd fmla="val 9186" name="adj"/>
            </a:avLst>
          </a:prstGeom>
          <a:noFill/>
          <a:ln>
            <a:noFill/>
          </a:ln>
        </p:spPr>
      </p:sp>
      <p:sp>
        <p:nvSpPr>
          <p:cNvPr id="263" name="Google Shape;263;p46"/>
          <p:cNvSpPr txBox="1"/>
          <p:nvPr>
            <p:ph idx="1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46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46"/>
          <p:cNvSpPr txBox="1"/>
          <p:nvPr>
            <p:ph type="title"/>
          </p:nvPr>
        </p:nvSpPr>
        <p:spPr>
          <a:xfrm>
            <a:off x="4024125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6"/>
          <p:cNvSpPr txBox="1"/>
          <p:nvPr>
            <p:ph idx="4" type="body"/>
          </p:nvPr>
        </p:nvSpPr>
        <p:spPr>
          <a:xfrm>
            <a:off x="4024125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7" name="Google Shape;267;p46"/>
          <p:cNvSpPr txBox="1"/>
          <p:nvPr>
            <p:ph idx="5" type="title"/>
          </p:nvPr>
        </p:nvSpPr>
        <p:spPr>
          <a:xfrm>
            <a:off x="6588700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46"/>
          <p:cNvSpPr txBox="1"/>
          <p:nvPr>
            <p:ph idx="6" type="body"/>
          </p:nvPr>
        </p:nvSpPr>
        <p:spPr>
          <a:xfrm>
            <a:off x="6588700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9" name="Google Shape;269;p46"/>
          <p:cNvSpPr txBox="1"/>
          <p:nvPr>
            <p:ph idx="7" type="title"/>
          </p:nvPr>
        </p:nvSpPr>
        <p:spPr>
          <a:xfrm>
            <a:off x="4024138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6"/>
          <p:cNvSpPr txBox="1"/>
          <p:nvPr>
            <p:ph idx="8" type="body"/>
          </p:nvPr>
        </p:nvSpPr>
        <p:spPr>
          <a:xfrm>
            <a:off x="4024138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46"/>
          <p:cNvSpPr txBox="1"/>
          <p:nvPr>
            <p:ph idx="9" type="title"/>
          </p:nvPr>
        </p:nvSpPr>
        <p:spPr>
          <a:xfrm>
            <a:off x="6588713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6"/>
          <p:cNvSpPr txBox="1"/>
          <p:nvPr>
            <p:ph idx="13" type="body"/>
          </p:nvPr>
        </p:nvSpPr>
        <p:spPr>
          <a:xfrm>
            <a:off x="6588713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3" name="Google Shape;273;p46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&amp; Outcomes">
  <p:cSld name="MAIN_POINT">
    <p:bg>
      <p:bgPr>
        <a:solidFill>
          <a:schemeClr val="dk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7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6" name="Google Shape;276;p47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" name="Google Shape;277;p47"/>
          <p:cNvSpPr txBox="1"/>
          <p:nvPr>
            <p:ph idx="2" type="subTitle"/>
          </p:nvPr>
        </p:nvSpPr>
        <p:spPr>
          <a:xfrm>
            <a:off x="538050" y="396875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47"/>
          <p:cNvSpPr txBox="1"/>
          <p:nvPr>
            <p:ph idx="3" type="body"/>
          </p:nvPr>
        </p:nvSpPr>
        <p:spPr>
          <a:xfrm>
            <a:off x="538050" y="69375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9" name="Google Shape;279;p47"/>
          <p:cNvSpPr txBox="1"/>
          <p:nvPr>
            <p:ph type="title"/>
          </p:nvPr>
        </p:nvSpPr>
        <p:spPr>
          <a:xfrm>
            <a:off x="393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0" name="Google Shape;280;p47"/>
          <p:cNvSpPr txBox="1"/>
          <p:nvPr>
            <p:ph idx="4" type="subTitle"/>
          </p:nvPr>
        </p:nvSpPr>
        <p:spPr>
          <a:xfrm>
            <a:off x="538050" y="1224478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47"/>
          <p:cNvSpPr txBox="1"/>
          <p:nvPr>
            <p:ph idx="5" type="body"/>
          </p:nvPr>
        </p:nvSpPr>
        <p:spPr>
          <a:xfrm>
            <a:off x="538050" y="1521355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2" name="Google Shape;282;p47"/>
          <p:cNvSpPr txBox="1"/>
          <p:nvPr>
            <p:ph idx="6" type="subTitle"/>
          </p:nvPr>
        </p:nvSpPr>
        <p:spPr>
          <a:xfrm>
            <a:off x="538050" y="2130802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47"/>
          <p:cNvSpPr txBox="1"/>
          <p:nvPr>
            <p:ph idx="7" type="body"/>
          </p:nvPr>
        </p:nvSpPr>
        <p:spPr>
          <a:xfrm>
            <a:off x="538050" y="242767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47"/>
          <p:cNvSpPr txBox="1"/>
          <p:nvPr>
            <p:ph idx="8" type="subTitle"/>
          </p:nvPr>
        </p:nvSpPr>
        <p:spPr>
          <a:xfrm>
            <a:off x="538050" y="3037130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47"/>
          <p:cNvSpPr txBox="1"/>
          <p:nvPr>
            <p:ph idx="9" type="body"/>
          </p:nvPr>
        </p:nvSpPr>
        <p:spPr>
          <a:xfrm>
            <a:off x="538050" y="3334000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6" name="Google Shape;286;p47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87" name="Google Shape;287;p47"/>
          <p:cNvSpPr txBox="1"/>
          <p:nvPr>
            <p:ph idx="13" type="body"/>
          </p:nvPr>
        </p:nvSpPr>
        <p:spPr>
          <a:xfrm>
            <a:off x="4982950" y="69375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8" name="Google Shape;288;p47"/>
          <p:cNvSpPr txBox="1"/>
          <p:nvPr>
            <p:ph idx="14" type="title"/>
          </p:nvPr>
        </p:nvSpPr>
        <p:spPr>
          <a:xfrm>
            <a:off x="4798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9" name="Google Shape;289;p47"/>
          <p:cNvSpPr txBox="1"/>
          <p:nvPr>
            <p:ph idx="15" type="subTitle"/>
          </p:nvPr>
        </p:nvSpPr>
        <p:spPr>
          <a:xfrm>
            <a:off x="4982950" y="1224478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47"/>
          <p:cNvSpPr txBox="1"/>
          <p:nvPr>
            <p:ph idx="16" type="body"/>
          </p:nvPr>
        </p:nvSpPr>
        <p:spPr>
          <a:xfrm>
            <a:off x="4982950" y="1521354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1" name="Google Shape;291;p47"/>
          <p:cNvSpPr txBox="1"/>
          <p:nvPr>
            <p:ph idx="17" type="subTitle"/>
          </p:nvPr>
        </p:nvSpPr>
        <p:spPr>
          <a:xfrm>
            <a:off x="4982950" y="2130801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47"/>
          <p:cNvSpPr txBox="1"/>
          <p:nvPr>
            <p:ph idx="18" type="body"/>
          </p:nvPr>
        </p:nvSpPr>
        <p:spPr>
          <a:xfrm>
            <a:off x="4982950" y="2427670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3" name="Google Shape;293;p47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94" name="Google Shape;294;p47"/>
          <p:cNvSpPr txBox="1"/>
          <p:nvPr>
            <p:ph idx="19" type="subTitle"/>
          </p:nvPr>
        </p:nvSpPr>
        <p:spPr>
          <a:xfrm>
            <a:off x="4982950" y="3037129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47"/>
          <p:cNvSpPr txBox="1"/>
          <p:nvPr>
            <p:ph idx="20" type="body"/>
          </p:nvPr>
        </p:nvSpPr>
        <p:spPr>
          <a:xfrm>
            <a:off x="4982950" y="3333998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6" name="Google Shape;296;p47"/>
          <p:cNvSpPr txBox="1"/>
          <p:nvPr>
            <p:ph idx="21" type="subTitle"/>
          </p:nvPr>
        </p:nvSpPr>
        <p:spPr>
          <a:xfrm>
            <a:off x="4982950" y="396875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We Work">
  <p:cSld name="SECTION_TITLE_AND_DESCRIPTION">
    <p:bg>
      <p:bgPr>
        <a:solidFill>
          <a:schemeClr val="dk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/>
          <p:nvPr/>
        </p:nvSpPr>
        <p:spPr>
          <a:xfrm>
            <a:off x="226275" y="223500"/>
            <a:ext cx="2816100" cy="1171500"/>
          </a:xfrm>
          <a:prstGeom prst="roundRect">
            <a:avLst>
              <a:gd fmla="val 248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99" name="Google Shape;299;p48"/>
          <p:cNvSpPr/>
          <p:nvPr/>
        </p:nvSpPr>
        <p:spPr>
          <a:xfrm>
            <a:off x="3165850" y="223500"/>
            <a:ext cx="2813700" cy="3706800"/>
          </a:xfrm>
          <a:prstGeom prst="roundRect">
            <a:avLst>
              <a:gd fmla="val 1413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0" name="Google Shape;300;p48"/>
          <p:cNvSpPr/>
          <p:nvPr>
            <p:ph idx="2" type="pic"/>
          </p:nvPr>
        </p:nvSpPr>
        <p:spPr>
          <a:xfrm>
            <a:off x="228675" y="1535050"/>
            <a:ext cx="2813700" cy="239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48"/>
          <p:cNvSpPr/>
          <p:nvPr/>
        </p:nvSpPr>
        <p:spPr>
          <a:xfrm>
            <a:off x="6103025" y="2763825"/>
            <a:ext cx="2816100" cy="1171500"/>
          </a:xfrm>
          <a:prstGeom prst="roundRect">
            <a:avLst>
              <a:gd fmla="val 248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2" name="Google Shape;302;p48"/>
          <p:cNvSpPr/>
          <p:nvPr>
            <p:ph idx="3" type="pic"/>
          </p:nvPr>
        </p:nvSpPr>
        <p:spPr>
          <a:xfrm>
            <a:off x="6105350" y="223500"/>
            <a:ext cx="2813700" cy="239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3" name="Google Shape;303;p48"/>
          <p:cNvSpPr txBox="1"/>
          <p:nvPr>
            <p:ph idx="1" type="subTitle"/>
          </p:nvPr>
        </p:nvSpPr>
        <p:spPr>
          <a:xfrm>
            <a:off x="210100" y="4062125"/>
            <a:ext cx="4860600" cy="64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4" name="Google Shape;304;p48"/>
          <p:cNvSpPr txBox="1"/>
          <p:nvPr>
            <p:ph idx="4" type="subTitle"/>
          </p:nvPr>
        </p:nvSpPr>
        <p:spPr>
          <a:xfrm>
            <a:off x="415725" y="291000"/>
            <a:ext cx="2437200" cy="10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48"/>
          <p:cNvSpPr txBox="1"/>
          <p:nvPr>
            <p:ph idx="5" type="subTitle"/>
          </p:nvPr>
        </p:nvSpPr>
        <p:spPr>
          <a:xfrm>
            <a:off x="6292475" y="2831325"/>
            <a:ext cx="2437200" cy="10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48"/>
          <p:cNvSpPr txBox="1"/>
          <p:nvPr>
            <p:ph type="title"/>
          </p:nvPr>
        </p:nvSpPr>
        <p:spPr>
          <a:xfrm>
            <a:off x="3357469" y="375900"/>
            <a:ext cx="2492700" cy="10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7" name="Google Shape;307;p48"/>
          <p:cNvSpPr txBox="1"/>
          <p:nvPr>
            <p:ph idx="6" type="body"/>
          </p:nvPr>
        </p:nvSpPr>
        <p:spPr>
          <a:xfrm>
            <a:off x="3321050" y="1395000"/>
            <a:ext cx="2384400" cy="23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8" name="Google Shape;308;p48"/>
          <p:cNvSpPr txBox="1"/>
          <p:nvPr>
            <p:ph idx="7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9" name="Google Shape;309;p48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APTION_ONLY">
    <p:bg>
      <p:bgPr>
        <a:solidFill>
          <a:schemeClr val="dk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9"/>
          <p:cNvSpPr txBox="1"/>
          <p:nvPr>
            <p:ph idx="1" type="subTitle"/>
          </p:nvPr>
        </p:nvSpPr>
        <p:spPr>
          <a:xfrm>
            <a:off x="228600" y="3858425"/>
            <a:ext cx="2202600" cy="8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49"/>
          <p:cNvSpPr/>
          <p:nvPr>
            <p:ph idx="2" type="pic"/>
          </p:nvPr>
        </p:nvSpPr>
        <p:spPr>
          <a:xfrm>
            <a:off x="3351555" y="17747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3" name="Google Shape;313;p49"/>
          <p:cNvSpPr/>
          <p:nvPr>
            <p:ph idx="3" type="pic"/>
          </p:nvPr>
        </p:nvSpPr>
        <p:spPr>
          <a:xfrm>
            <a:off x="4641661" y="17747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4" name="Google Shape;314;p49"/>
          <p:cNvSpPr/>
          <p:nvPr>
            <p:ph idx="4" type="pic"/>
          </p:nvPr>
        </p:nvSpPr>
        <p:spPr>
          <a:xfrm>
            <a:off x="2061450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5" name="Google Shape;315;p49"/>
          <p:cNvSpPr/>
          <p:nvPr>
            <p:ph idx="5" type="pic"/>
          </p:nvPr>
        </p:nvSpPr>
        <p:spPr>
          <a:xfrm>
            <a:off x="3351555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6" name="Google Shape;316;p49"/>
          <p:cNvSpPr/>
          <p:nvPr>
            <p:ph idx="6" type="pic"/>
          </p:nvPr>
        </p:nvSpPr>
        <p:spPr>
          <a:xfrm>
            <a:off x="4641661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7" name="Google Shape;317;p49"/>
          <p:cNvSpPr/>
          <p:nvPr>
            <p:ph idx="7" type="pic"/>
          </p:nvPr>
        </p:nvSpPr>
        <p:spPr>
          <a:xfrm>
            <a:off x="5931766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8" name="Google Shape;318;p49"/>
          <p:cNvSpPr txBox="1"/>
          <p:nvPr>
            <p:ph idx="8" type="body"/>
          </p:nvPr>
        </p:nvSpPr>
        <p:spPr>
          <a:xfrm>
            <a:off x="3351550" y="1328275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9" name="Google Shape;319;p49"/>
          <p:cNvSpPr txBox="1"/>
          <p:nvPr>
            <p:ph idx="9" type="body"/>
          </p:nvPr>
        </p:nvSpPr>
        <p:spPr>
          <a:xfrm>
            <a:off x="4641650" y="1328275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0" name="Google Shape;320;p49"/>
          <p:cNvSpPr txBox="1"/>
          <p:nvPr>
            <p:ph idx="13" type="body"/>
          </p:nvPr>
        </p:nvSpPr>
        <p:spPr>
          <a:xfrm>
            <a:off x="2061425" y="297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1" name="Google Shape;321;p49"/>
          <p:cNvSpPr txBox="1"/>
          <p:nvPr>
            <p:ph idx="14" type="body"/>
          </p:nvPr>
        </p:nvSpPr>
        <p:spPr>
          <a:xfrm>
            <a:off x="3351525" y="297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2" name="Google Shape;322;p49"/>
          <p:cNvSpPr txBox="1"/>
          <p:nvPr>
            <p:ph idx="15" type="body"/>
          </p:nvPr>
        </p:nvSpPr>
        <p:spPr>
          <a:xfrm>
            <a:off x="4641650" y="296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3" name="Google Shape;323;p49"/>
          <p:cNvSpPr txBox="1"/>
          <p:nvPr>
            <p:ph idx="16" type="body"/>
          </p:nvPr>
        </p:nvSpPr>
        <p:spPr>
          <a:xfrm>
            <a:off x="5931775" y="296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4" name="Google Shape;324;p49"/>
          <p:cNvSpPr/>
          <p:nvPr>
            <p:ph idx="17" type="pic"/>
          </p:nvPr>
        </p:nvSpPr>
        <p:spPr>
          <a:xfrm>
            <a:off x="2706505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25" name="Google Shape;325;p49"/>
          <p:cNvSpPr/>
          <p:nvPr>
            <p:ph idx="18" type="pic"/>
          </p:nvPr>
        </p:nvSpPr>
        <p:spPr>
          <a:xfrm>
            <a:off x="3996611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26" name="Google Shape;326;p49"/>
          <p:cNvSpPr/>
          <p:nvPr>
            <p:ph idx="19" type="pic"/>
          </p:nvPr>
        </p:nvSpPr>
        <p:spPr>
          <a:xfrm>
            <a:off x="5286716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27" name="Google Shape;327;p49"/>
          <p:cNvSpPr txBox="1"/>
          <p:nvPr>
            <p:ph idx="20" type="body"/>
          </p:nvPr>
        </p:nvSpPr>
        <p:spPr>
          <a:xfrm>
            <a:off x="2706475" y="462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8" name="Google Shape;328;p49"/>
          <p:cNvSpPr txBox="1"/>
          <p:nvPr>
            <p:ph idx="21" type="body"/>
          </p:nvPr>
        </p:nvSpPr>
        <p:spPr>
          <a:xfrm>
            <a:off x="3996600" y="461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9" name="Google Shape;329;p49"/>
          <p:cNvSpPr txBox="1"/>
          <p:nvPr>
            <p:ph idx="22" type="body"/>
          </p:nvPr>
        </p:nvSpPr>
        <p:spPr>
          <a:xfrm>
            <a:off x="5286725" y="461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0" name="Google Shape;330;p49"/>
          <p:cNvSpPr txBox="1"/>
          <p:nvPr>
            <p:ph idx="2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1" name="Google Shape;331;p49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le Overview">
  <p:cSld name="BIG_NUMBER">
    <p:bg>
      <p:bgPr>
        <a:solidFill>
          <a:schemeClr val="dk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/>
          <p:nvPr/>
        </p:nvSpPr>
        <p:spPr>
          <a:xfrm>
            <a:off x="2286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34" name="Google Shape;334;p50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5" name="Google Shape;335;p50"/>
          <p:cNvSpPr txBox="1"/>
          <p:nvPr>
            <p:ph idx="2" type="body"/>
          </p:nvPr>
        </p:nvSpPr>
        <p:spPr>
          <a:xfrm>
            <a:off x="5373925" y="3376450"/>
            <a:ext cx="3541500" cy="10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6" name="Google Shape;336;p50"/>
          <p:cNvSpPr txBox="1"/>
          <p:nvPr>
            <p:ph idx="3" type="body"/>
          </p:nvPr>
        </p:nvSpPr>
        <p:spPr>
          <a:xfrm>
            <a:off x="2801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7" name="Google Shape;337;p50"/>
          <p:cNvSpPr/>
          <p:nvPr/>
        </p:nvSpPr>
        <p:spPr>
          <a:xfrm>
            <a:off x="24311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38" name="Google Shape;338;p50"/>
          <p:cNvSpPr txBox="1"/>
          <p:nvPr>
            <p:ph idx="4" type="body"/>
          </p:nvPr>
        </p:nvSpPr>
        <p:spPr>
          <a:xfrm>
            <a:off x="24826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9" name="Google Shape;339;p50"/>
          <p:cNvSpPr/>
          <p:nvPr/>
        </p:nvSpPr>
        <p:spPr>
          <a:xfrm>
            <a:off x="46336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0" name="Google Shape;340;p50"/>
          <p:cNvSpPr txBox="1"/>
          <p:nvPr>
            <p:ph idx="5" type="body"/>
          </p:nvPr>
        </p:nvSpPr>
        <p:spPr>
          <a:xfrm>
            <a:off x="46851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1" name="Google Shape;341;p50"/>
          <p:cNvSpPr/>
          <p:nvPr/>
        </p:nvSpPr>
        <p:spPr>
          <a:xfrm>
            <a:off x="68361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2" name="Google Shape;342;p50"/>
          <p:cNvSpPr txBox="1"/>
          <p:nvPr>
            <p:ph idx="6" type="body"/>
          </p:nvPr>
        </p:nvSpPr>
        <p:spPr>
          <a:xfrm>
            <a:off x="68876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3" name="Google Shape;343;p50"/>
          <p:cNvSpPr txBox="1"/>
          <p:nvPr>
            <p:ph idx="7" type="subTitle"/>
          </p:nvPr>
        </p:nvSpPr>
        <p:spPr>
          <a:xfrm>
            <a:off x="2801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50"/>
          <p:cNvSpPr txBox="1"/>
          <p:nvPr>
            <p:ph idx="8" type="subTitle"/>
          </p:nvPr>
        </p:nvSpPr>
        <p:spPr>
          <a:xfrm>
            <a:off x="24826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50"/>
          <p:cNvSpPr txBox="1"/>
          <p:nvPr>
            <p:ph idx="9" type="subTitle"/>
          </p:nvPr>
        </p:nvSpPr>
        <p:spPr>
          <a:xfrm>
            <a:off x="46851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50"/>
          <p:cNvSpPr txBox="1"/>
          <p:nvPr>
            <p:ph idx="13" type="subTitle"/>
          </p:nvPr>
        </p:nvSpPr>
        <p:spPr>
          <a:xfrm>
            <a:off x="68876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50"/>
          <p:cNvSpPr txBox="1"/>
          <p:nvPr>
            <p:ph idx="14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8" name="Google Shape;348;p50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Rules" type="blank">
  <p:cSld name="BLANK">
    <p:bg>
      <p:bgPr>
        <a:solidFill>
          <a:schemeClr val="dk1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1"/>
          <p:cNvSpPr txBox="1"/>
          <p:nvPr>
            <p:ph idx="1" type="body"/>
          </p:nvPr>
        </p:nvSpPr>
        <p:spPr>
          <a:xfrm>
            <a:off x="228600" y="223500"/>
            <a:ext cx="4280700" cy="14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1" name="Google Shape;351;p51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2" name="Google Shape;352;p51"/>
          <p:cNvSpPr txBox="1"/>
          <p:nvPr>
            <p:ph idx="3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3" name="Google Shape;353;p51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54" name="Google Shape;354;p51"/>
          <p:cNvSpPr txBox="1"/>
          <p:nvPr>
            <p:ph idx="4" type="subTitle"/>
          </p:nvPr>
        </p:nvSpPr>
        <p:spPr>
          <a:xfrm>
            <a:off x="4849425" y="1251515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51"/>
          <p:cNvSpPr txBox="1"/>
          <p:nvPr>
            <p:ph idx="5" type="body"/>
          </p:nvPr>
        </p:nvSpPr>
        <p:spPr>
          <a:xfrm>
            <a:off x="4849488" y="1548391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56" name="Google Shape;356;p51"/>
          <p:cNvSpPr txBox="1"/>
          <p:nvPr>
            <p:ph idx="6" type="subTitle"/>
          </p:nvPr>
        </p:nvSpPr>
        <p:spPr>
          <a:xfrm>
            <a:off x="4849425" y="2052387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51"/>
          <p:cNvSpPr txBox="1"/>
          <p:nvPr>
            <p:ph idx="7" type="body"/>
          </p:nvPr>
        </p:nvSpPr>
        <p:spPr>
          <a:xfrm>
            <a:off x="4849488" y="2349257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58" name="Google Shape;358;p51"/>
          <p:cNvSpPr txBox="1"/>
          <p:nvPr>
            <p:ph idx="8" type="subTitle"/>
          </p:nvPr>
        </p:nvSpPr>
        <p:spPr>
          <a:xfrm>
            <a:off x="4849425" y="2859065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51"/>
          <p:cNvSpPr txBox="1"/>
          <p:nvPr>
            <p:ph idx="9" type="body"/>
          </p:nvPr>
        </p:nvSpPr>
        <p:spPr>
          <a:xfrm>
            <a:off x="4849488" y="3155934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0" name="Google Shape;360;p51"/>
          <p:cNvSpPr txBox="1"/>
          <p:nvPr>
            <p:ph idx="13" type="subTitle"/>
          </p:nvPr>
        </p:nvSpPr>
        <p:spPr>
          <a:xfrm>
            <a:off x="4849425" y="3747093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51"/>
          <p:cNvSpPr txBox="1"/>
          <p:nvPr>
            <p:ph idx="14" type="body"/>
          </p:nvPr>
        </p:nvSpPr>
        <p:spPr>
          <a:xfrm>
            <a:off x="4849488" y="4043962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2" name="Google Shape;362;p51"/>
          <p:cNvSpPr txBox="1"/>
          <p:nvPr>
            <p:ph idx="15" type="subTitle"/>
          </p:nvPr>
        </p:nvSpPr>
        <p:spPr>
          <a:xfrm>
            <a:off x="4849425" y="450638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51"/>
          <p:cNvSpPr txBox="1"/>
          <p:nvPr>
            <p:ph idx="16" type="body"/>
          </p:nvPr>
        </p:nvSpPr>
        <p:spPr>
          <a:xfrm>
            <a:off x="4849488" y="747514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4" name="Google Shape;364;p51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">
    <p:bg>
      <p:bgPr>
        <a:solidFill>
          <a:schemeClr val="dk1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2"/>
          <p:cNvSpPr txBox="1"/>
          <p:nvPr>
            <p:ph type="title"/>
          </p:nvPr>
        </p:nvSpPr>
        <p:spPr>
          <a:xfrm>
            <a:off x="962775" y="223500"/>
            <a:ext cx="7952700" cy="20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b="1" sz="96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7" name="Google Shape;367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ols &amp; Meetings">
  <p:cSld name="CUSTOM_2">
    <p:bg>
      <p:bgPr>
        <a:solidFill>
          <a:schemeClr val="dk1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3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70" name="Google Shape;370;p53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53"/>
          <p:cNvSpPr txBox="1"/>
          <p:nvPr>
            <p:ph type="title"/>
          </p:nvPr>
        </p:nvSpPr>
        <p:spPr>
          <a:xfrm>
            <a:off x="393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2" name="Google Shape;372;p53"/>
          <p:cNvSpPr txBox="1"/>
          <p:nvPr>
            <p:ph idx="2" type="body"/>
          </p:nvPr>
        </p:nvSpPr>
        <p:spPr>
          <a:xfrm>
            <a:off x="517200" y="396875"/>
            <a:ext cx="37035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3" name="Google Shape;373;p53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74" name="Google Shape;374;p53"/>
          <p:cNvSpPr txBox="1"/>
          <p:nvPr>
            <p:ph idx="3" type="title"/>
          </p:nvPr>
        </p:nvSpPr>
        <p:spPr>
          <a:xfrm>
            <a:off x="4798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5" name="Google Shape;375;p53"/>
          <p:cNvSpPr txBox="1"/>
          <p:nvPr>
            <p:ph idx="4" type="body"/>
          </p:nvPr>
        </p:nvSpPr>
        <p:spPr>
          <a:xfrm>
            <a:off x="4922200" y="396875"/>
            <a:ext cx="37035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6" name="Google Shape;376;p53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ps for success">
  <p:cSld name="CUSTOM_3">
    <p:bg>
      <p:bgPr>
        <a:solidFill>
          <a:schemeClr val="dk1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4"/>
          <p:cNvSpPr/>
          <p:nvPr/>
        </p:nvSpPr>
        <p:spPr>
          <a:xfrm>
            <a:off x="3899425" y="223500"/>
            <a:ext cx="5016000" cy="4483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79" name="Google Shape;379;p54"/>
          <p:cNvSpPr/>
          <p:nvPr>
            <p:ph idx="2" type="pic"/>
          </p:nvPr>
        </p:nvSpPr>
        <p:spPr>
          <a:xfrm>
            <a:off x="228600" y="223500"/>
            <a:ext cx="3547800" cy="3302100"/>
          </a:xfrm>
          <a:prstGeom prst="roundRect">
            <a:avLst>
              <a:gd fmla="val 9186" name="adj"/>
            </a:avLst>
          </a:prstGeom>
          <a:noFill/>
          <a:ln>
            <a:noFill/>
          </a:ln>
        </p:spPr>
      </p:sp>
      <p:sp>
        <p:nvSpPr>
          <p:cNvPr id="380" name="Google Shape;380;p54"/>
          <p:cNvSpPr txBox="1"/>
          <p:nvPr>
            <p:ph idx="1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1" name="Google Shape;381;p54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2" name="Google Shape;382;p54"/>
          <p:cNvSpPr txBox="1"/>
          <p:nvPr>
            <p:ph type="title"/>
          </p:nvPr>
        </p:nvSpPr>
        <p:spPr>
          <a:xfrm>
            <a:off x="4024125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54"/>
          <p:cNvSpPr txBox="1"/>
          <p:nvPr>
            <p:ph idx="4" type="body"/>
          </p:nvPr>
        </p:nvSpPr>
        <p:spPr>
          <a:xfrm>
            <a:off x="4024125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4" name="Google Shape;384;p54"/>
          <p:cNvSpPr txBox="1"/>
          <p:nvPr>
            <p:ph idx="5" type="title"/>
          </p:nvPr>
        </p:nvSpPr>
        <p:spPr>
          <a:xfrm>
            <a:off x="6588700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54"/>
          <p:cNvSpPr txBox="1"/>
          <p:nvPr>
            <p:ph idx="6" type="body"/>
          </p:nvPr>
        </p:nvSpPr>
        <p:spPr>
          <a:xfrm>
            <a:off x="6588700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6" name="Google Shape;386;p54"/>
          <p:cNvSpPr txBox="1"/>
          <p:nvPr>
            <p:ph idx="7" type="title"/>
          </p:nvPr>
        </p:nvSpPr>
        <p:spPr>
          <a:xfrm>
            <a:off x="4024138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54"/>
          <p:cNvSpPr txBox="1"/>
          <p:nvPr>
            <p:ph idx="8" type="body"/>
          </p:nvPr>
        </p:nvSpPr>
        <p:spPr>
          <a:xfrm>
            <a:off x="4024138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8" name="Google Shape;388;p54"/>
          <p:cNvSpPr txBox="1"/>
          <p:nvPr>
            <p:ph idx="9" type="title"/>
          </p:nvPr>
        </p:nvSpPr>
        <p:spPr>
          <a:xfrm>
            <a:off x="6588713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54"/>
          <p:cNvSpPr txBox="1"/>
          <p:nvPr>
            <p:ph idx="13" type="body"/>
          </p:nvPr>
        </p:nvSpPr>
        <p:spPr>
          <a:xfrm>
            <a:off x="6588713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0" name="Google Shape;390;p5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4">
    <p:bg>
      <p:bgPr>
        <a:solidFill>
          <a:schemeClr val="dk1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5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3" name="Google Shape;393;p55"/>
          <p:cNvSpPr txBox="1"/>
          <p:nvPr>
            <p:ph idx="2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4" name="Google Shape;394;p5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tep process">
  <p:cSld name="CUSTOM_5">
    <p:bg>
      <p:bgPr>
        <a:solidFill>
          <a:schemeClr val="dk1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6"/>
          <p:cNvSpPr/>
          <p:nvPr/>
        </p:nvSpPr>
        <p:spPr>
          <a:xfrm>
            <a:off x="22860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97" name="Google Shape;397;p56"/>
          <p:cNvSpPr txBox="1"/>
          <p:nvPr>
            <p:ph idx="1" type="subTitle"/>
          </p:nvPr>
        </p:nvSpPr>
        <p:spPr>
          <a:xfrm>
            <a:off x="28465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8" name="Google Shape;398;p56"/>
          <p:cNvSpPr txBox="1"/>
          <p:nvPr>
            <p:ph idx="2" type="body"/>
          </p:nvPr>
        </p:nvSpPr>
        <p:spPr>
          <a:xfrm>
            <a:off x="28465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9" name="Google Shape;399;p56"/>
          <p:cNvSpPr txBox="1"/>
          <p:nvPr>
            <p:ph type="title"/>
          </p:nvPr>
        </p:nvSpPr>
        <p:spPr>
          <a:xfrm>
            <a:off x="240850" y="3175000"/>
            <a:ext cx="5004000" cy="15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56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1" name="Google Shape;401;p56"/>
          <p:cNvSpPr/>
          <p:nvPr/>
        </p:nvSpPr>
        <p:spPr>
          <a:xfrm>
            <a:off x="316515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02" name="Google Shape;402;p56"/>
          <p:cNvSpPr txBox="1"/>
          <p:nvPr>
            <p:ph idx="4" type="subTitle"/>
          </p:nvPr>
        </p:nvSpPr>
        <p:spPr>
          <a:xfrm>
            <a:off x="322120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56"/>
          <p:cNvSpPr txBox="1"/>
          <p:nvPr>
            <p:ph idx="5" type="body"/>
          </p:nvPr>
        </p:nvSpPr>
        <p:spPr>
          <a:xfrm>
            <a:off x="322120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4" name="Google Shape;404;p56"/>
          <p:cNvSpPr/>
          <p:nvPr/>
        </p:nvSpPr>
        <p:spPr>
          <a:xfrm>
            <a:off x="610170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05" name="Google Shape;405;p56"/>
          <p:cNvSpPr txBox="1"/>
          <p:nvPr>
            <p:ph idx="6" type="subTitle"/>
          </p:nvPr>
        </p:nvSpPr>
        <p:spPr>
          <a:xfrm>
            <a:off x="615775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56"/>
          <p:cNvSpPr txBox="1"/>
          <p:nvPr>
            <p:ph idx="7" type="body"/>
          </p:nvPr>
        </p:nvSpPr>
        <p:spPr>
          <a:xfrm>
            <a:off x="615775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7" name="Google Shape;407;p56"/>
          <p:cNvSpPr/>
          <p:nvPr/>
        </p:nvSpPr>
        <p:spPr>
          <a:xfrm>
            <a:off x="6101700" y="25317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08" name="Google Shape;408;p56"/>
          <p:cNvSpPr txBox="1"/>
          <p:nvPr>
            <p:ph idx="8" type="subTitle"/>
          </p:nvPr>
        </p:nvSpPr>
        <p:spPr>
          <a:xfrm>
            <a:off x="6157750" y="26038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56"/>
          <p:cNvSpPr txBox="1"/>
          <p:nvPr>
            <p:ph idx="9" type="body"/>
          </p:nvPr>
        </p:nvSpPr>
        <p:spPr>
          <a:xfrm>
            <a:off x="6157750" y="32716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0" name="Google Shape;410;p56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s &amp; Suggestion ">
  <p:cSld name="CUSTOM_6">
    <p:bg>
      <p:bgPr>
        <a:solidFill>
          <a:schemeClr val="dk1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7"/>
          <p:cNvSpPr txBox="1"/>
          <p:nvPr>
            <p:ph type="title"/>
          </p:nvPr>
        </p:nvSpPr>
        <p:spPr>
          <a:xfrm>
            <a:off x="240850" y="3175000"/>
            <a:ext cx="5004000" cy="15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3" name="Google Shape;413;p57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4" name="Google Shape;414;p57"/>
          <p:cNvSpPr txBox="1"/>
          <p:nvPr>
            <p:ph idx="2" type="subTitle"/>
          </p:nvPr>
        </p:nvSpPr>
        <p:spPr>
          <a:xfrm>
            <a:off x="2286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5" name="Google Shape;415;p57"/>
          <p:cNvSpPr txBox="1"/>
          <p:nvPr>
            <p:ph idx="3" type="body"/>
          </p:nvPr>
        </p:nvSpPr>
        <p:spPr>
          <a:xfrm>
            <a:off x="2287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6" name="Google Shape;416;p57"/>
          <p:cNvSpPr txBox="1"/>
          <p:nvPr>
            <p:ph idx="4" type="subTitle"/>
          </p:nvPr>
        </p:nvSpPr>
        <p:spPr>
          <a:xfrm>
            <a:off x="24311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7" name="Google Shape;417;p57"/>
          <p:cNvSpPr txBox="1"/>
          <p:nvPr>
            <p:ph idx="5" type="body"/>
          </p:nvPr>
        </p:nvSpPr>
        <p:spPr>
          <a:xfrm>
            <a:off x="24312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8" name="Google Shape;418;p57"/>
          <p:cNvSpPr txBox="1"/>
          <p:nvPr>
            <p:ph idx="6" type="subTitle"/>
          </p:nvPr>
        </p:nvSpPr>
        <p:spPr>
          <a:xfrm>
            <a:off x="4633725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9" name="Google Shape;419;p57"/>
          <p:cNvSpPr txBox="1"/>
          <p:nvPr>
            <p:ph idx="7" type="body"/>
          </p:nvPr>
        </p:nvSpPr>
        <p:spPr>
          <a:xfrm>
            <a:off x="4633850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0" name="Google Shape;420;p57"/>
          <p:cNvSpPr txBox="1"/>
          <p:nvPr>
            <p:ph idx="8" type="subTitle"/>
          </p:nvPr>
        </p:nvSpPr>
        <p:spPr>
          <a:xfrm>
            <a:off x="68361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1" name="Google Shape;421;p57"/>
          <p:cNvSpPr txBox="1"/>
          <p:nvPr>
            <p:ph idx="9" type="body"/>
          </p:nvPr>
        </p:nvSpPr>
        <p:spPr>
          <a:xfrm>
            <a:off x="68362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2" name="Google Shape;422;p57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rst Months">
  <p:cSld name="CUSTOM_7">
    <p:bg>
      <p:bgPr>
        <a:solidFill>
          <a:schemeClr val="dk1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8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5" name="Google Shape;425;p58"/>
          <p:cNvSpPr txBox="1"/>
          <p:nvPr>
            <p:ph idx="2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6" name="Google Shape;426;p58"/>
          <p:cNvSpPr/>
          <p:nvPr/>
        </p:nvSpPr>
        <p:spPr>
          <a:xfrm>
            <a:off x="22860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27" name="Google Shape;427;p58"/>
          <p:cNvSpPr txBox="1"/>
          <p:nvPr>
            <p:ph idx="3" type="subTitle"/>
          </p:nvPr>
        </p:nvSpPr>
        <p:spPr>
          <a:xfrm>
            <a:off x="28465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58"/>
          <p:cNvSpPr txBox="1"/>
          <p:nvPr>
            <p:ph idx="4" type="body"/>
          </p:nvPr>
        </p:nvSpPr>
        <p:spPr>
          <a:xfrm>
            <a:off x="32515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29" name="Google Shape;429;p58"/>
          <p:cNvSpPr/>
          <p:nvPr/>
        </p:nvSpPr>
        <p:spPr>
          <a:xfrm>
            <a:off x="316515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30" name="Google Shape;430;p58"/>
          <p:cNvSpPr txBox="1"/>
          <p:nvPr>
            <p:ph idx="5" type="subTitle"/>
          </p:nvPr>
        </p:nvSpPr>
        <p:spPr>
          <a:xfrm>
            <a:off x="322120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8"/>
          <p:cNvSpPr txBox="1"/>
          <p:nvPr>
            <p:ph idx="6" type="body"/>
          </p:nvPr>
        </p:nvSpPr>
        <p:spPr>
          <a:xfrm>
            <a:off x="326170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32" name="Google Shape;432;p58"/>
          <p:cNvSpPr/>
          <p:nvPr/>
        </p:nvSpPr>
        <p:spPr>
          <a:xfrm>
            <a:off x="610170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33" name="Google Shape;433;p58"/>
          <p:cNvSpPr txBox="1"/>
          <p:nvPr>
            <p:ph idx="7" type="subTitle"/>
          </p:nvPr>
        </p:nvSpPr>
        <p:spPr>
          <a:xfrm>
            <a:off x="615775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58"/>
          <p:cNvSpPr txBox="1"/>
          <p:nvPr>
            <p:ph idx="8" type="body"/>
          </p:nvPr>
        </p:nvSpPr>
        <p:spPr>
          <a:xfrm>
            <a:off x="619825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35" name="Google Shape;435;p58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ful links">
  <p:cSld name="CUSTOM_8">
    <p:bg>
      <p:bgPr>
        <a:solidFill>
          <a:schemeClr val="dk1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9"/>
          <p:cNvSpPr/>
          <p:nvPr/>
        </p:nvSpPr>
        <p:spPr>
          <a:xfrm>
            <a:off x="4633600" y="223500"/>
            <a:ext cx="4281900" cy="2002800"/>
          </a:xfrm>
          <a:prstGeom prst="roundRect">
            <a:avLst>
              <a:gd fmla="val 12782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38" name="Google Shape;438;p59"/>
          <p:cNvSpPr txBox="1"/>
          <p:nvPr/>
        </p:nvSpPr>
        <p:spPr>
          <a:xfrm>
            <a:off x="3286470" y="3339550"/>
            <a:ext cx="1257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☝️</a:t>
            </a:r>
            <a:endParaRPr sz="7200">
              <a:solidFill>
                <a:schemeClr val="dk1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439" name="Google Shape;439;p59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0" name="Google Shape;440;p59"/>
          <p:cNvSpPr txBox="1"/>
          <p:nvPr>
            <p:ph idx="2" type="subTitle"/>
          </p:nvPr>
        </p:nvSpPr>
        <p:spPr>
          <a:xfrm>
            <a:off x="5367775" y="3723400"/>
            <a:ext cx="35478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1" name="Google Shape;441;p59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42" name="Google Shape;442;p59"/>
          <p:cNvSpPr txBox="1"/>
          <p:nvPr>
            <p:ph idx="3" type="subTitle"/>
          </p:nvPr>
        </p:nvSpPr>
        <p:spPr>
          <a:xfrm>
            <a:off x="427825" y="396875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3" name="Google Shape;443;p59"/>
          <p:cNvSpPr txBox="1"/>
          <p:nvPr>
            <p:ph idx="4" type="subTitle"/>
          </p:nvPr>
        </p:nvSpPr>
        <p:spPr>
          <a:xfrm>
            <a:off x="427853" y="1124562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59"/>
          <p:cNvSpPr txBox="1"/>
          <p:nvPr>
            <p:ph idx="5" type="subTitle"/>
          </p:nvPr>
        </p:nvSpPr>
        <p:spPr>
          <a:xfrm>
            <a:off x="427853" y="1852223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59"/>
          <p:cNvSpPr txBox="1"/>
          <p:nvPr>
            <p:ph idx="6" type="subTitle"/>
          </p:nvPr>
        </p:nvSpPr>
        <p:spPr>
          <a:xfrm>
            <a:off x="427853" y="2595897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59"/>
          <p:cNvSpPr txBox="1"/>
          <p:nvPr>
            <p:ph idx="7" type="subTitle"/>
          </p:nvPr>
        </p:nvSpPr>
        <p:spPr>
          <a:xfrm>
            <a:off x="4822775" y="289375"/>
            <a:ext cx="39066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59"/>
          <p:cNvSpPr txBox="1"/>
          <p:nvPr>
            <p:ph idx="8" type="body"/>
          </p:nvPr>
        </p:nvSpPr>
        <p:spPr>
          <a:xfrm>
            <a:off x="4844650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8" name="Google Shape;448;p59"/>
          <p:cNvSpPr txBox="1"/>
          <p:nvPr>
            <p:ph idx="9" type="body"/>
          </p:nvPr>
        </p:nvSpPr>
        <p:spPr>
          <a:xfrm>
            <a:off x="6225688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9" name="Google Shape;449;p59"/>
          <p:cNvSpPr txBox="1"/>
          <p:nvPr>
            <p:ph idx="13" type="body"/>
          </p:nvPr>
        </p:nvSpPr>
        <p:spPr>
          <a:xfrm>
            <a:off x="7606725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0" name="Google Shape;450;p59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Point">
  <p:cSld name="CUSTOM_9">
    <p:bg>
      <p:bgPr>
        <a:solidFill>
          <a:schemeClr val="dk1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0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53" name="Google Shape;453;p60"/>
          <p:cNvSpPr txBox="1"/>
          <p:nvPr>
            <p:ph idx="1" type="subTitle"/>
          </p:nvPr>
        </p:nvSpPr>
        <p:spPr>
          <a:xfrm>
            <a:off x="529450" y="419650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4" name="Google Shape;454;p60"/>
          <p:cNvSpPr txBox="1"/>
          <p:nvPr>
            <p:ph idx="2" type="body"/>
          </p:nvPr>
        </p:nvSpPr>
        <p:spPr>
          <a:xfrm>
            <a:off x="529510" y="716526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5" name="Google Shape;455;p60"/>
          <p:cNvSpPr txBox="1"/>
          <p:nvPr>
            <p:ph type="title"/>
          </p:nvPr>
        </p:nvSpPr>
        <p:spPr>
          <a:xfrm>
            <a:off x="393725" y="3932625"/>
            <a:ext cx="40371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6" name="Google Shape;456;p60"/>
          <p:cNvSpPr txBox="1"/>
          <p:nvPr>
            <p:ph idx="3" type="subTitle"/>
          </p:nvPr>
        </p:nvSpPr>
        <p:spPr>
          <a:xfrm>
            <a:off x="529480" y="1247253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60"/>
          <p:cNvSpPr txBox="1"/>
          <p:nvPr>
            <p:ph idx="4" type="body"/>
          </p:nvPr>
        </p:nvSpPr>
        <p:spPr>
          <a:xfrm>
            <a:off x="529540" y="1544130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5" type="subTitle"/>
          </p:nvPr>
        </p:nvSpPr>
        <p:spPr>
          <a:xfrm>
            <a:off x="529480" y="2153577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9" name="Google Shape;459;p60"/>
          <p:cNvSpPr txBox="1"/>
          <p:nvPr>
            <p:ph idx="6" type="body"/>
          </p:nvPr>
        </p:nvSpPr>
        <p:spPr>
          <a:xfrm>
            <a:off x="529540" y="2450446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0" name="Google Shape;460;p60"/>
          <p:cNvSpPr txBox="1"/>
          <p:nvPr>
            <p:ph idx="7" type="subTitle"/>
          </p:nvPr>
        </p:nvSpPr>
        <p:spPr>
          <a:xfrm>
            <a:off x="529480" y="3059905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60"/>
          <p:cNvSpPr txBox="1"/>
          <p:nvPr>
            <p:ph idx="8" type="body"/>
          </p:nvPr>
        </p:nvSpPr>
        <p:spPr>
          <a:xfrm>
            <a:off x="529540" y="3356775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2" name="Google Shape;462;p60"/>
          <p:cNvSpPr/>
          <p:nvPr>
            <p:ph idx="9" type="pic"/>
          </p:nvPr>
        </p:nvSpPr>
        <p:spPr>
          <a:xfrm>
            <a:off x="4633600" y="223500"/>
            <a:ext cx="4280700" cy="4483800"/>
          </a:xfrm>
          <a:prstGeom prst="roundRect">
            <a:avLst>
              <a:gd fmla="val 5546" name="adj"/>
            </a:avLst>
          </a:prstGeom>
          <a:noFill/>
          <a:ln>
            <a:noFill/>
          </a:ln>
        </p:spPr>
      </p:sp>
      <p:sp>
        <p:nvSpPr>
          <p:cNvPr id="463" name="Google Shape;463;p60"/>
          <p:cNvSpPr txBox="1"/>
          <p:nvPr>
            <p:ph idx="1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4" name="Google Shape;464;p60"/>
          <p:cNvSpPr txBox="1"/>
          <p:nvPr>
            <p:ph idx="14" type="subTitle"/>
          </p:nvPr>
        </p:nvSpPr>
        <p:spPr>
          <a:xfrm>
            <a:off x="4771050" y="3371675"/>
            <a:ext cx="3885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60"/>
          <p:cNvSpPr txBox="1"/>
          <p:nvPr>
            <p:ph idx="15" type="body"/>
          </p:nvPr>
        </p:nvSpPr>
        <p:spPr>
          <a:xfrm>
            <a:off x="4771050" y="3944875"/>
            <a:ext cx="39702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6" name="Google Shape;466;p60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4">
    <p:bg>
      <p:bgPr>
        <a:solidFill>
          <a:schemeClr val="dk1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1"/>
          <p:cNvSpPr/>
          <p:nvPr/>
        </p:nvSpPr>
        <p:spPr>
          <a:xfrm>
            <a:off x="22860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69" name="Google Shape;469;p61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0" name="Google Shape;470;p61"/>
          <p:cNvSpPr/>
          <p:nvPr>
            <p:ph idx="2" type="pic"/>
          </p:nvPr>
        </p:nvSpPr>
        <p:spPr>
          <a:xfrm>
            <a:off x="71872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1" name="Google Shape;471;p61"/>
          <p:cNvSpPr/>
          <p:nvPr>
            <p:ph idx="3" type="pic"/>
          </p:nvPr>
        </p:nvSpPr>
        <p:spPr>
          <a:xfrm>
            <a:off x="54671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2" name="Google Shape;472;p61"/>
          <p:cNvSpPr/>
          <p:nvPr>
            <p:ph idx="4" type="pic"/>
          </p:nvPr>
        </p:nvSpPr>
        <p:spPr>
          <a:xfrm>
            <a:off x="37470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3" name="Google Shape;473;p61"/>
          <p:cNvSpPr txBox="1"/>
          <p:nvPr>
            <p:ph idx="5" type="subTitle"/>
          </p:nvPr>
        </p:nvSpPr>
        <p:spPr>
          <a:xfrm>
            <a:off x="37470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61"/>
          <p:cNvSpPr txBox="1"/>
          <p:nvPr>
            <p:ph idx="6" type="subTitle"/>
          </p:nvPr>
        </p:nvSpPr>
        <p:spPr>
          <a:xfrm>
            <a:off x="54671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61"/>
          <p:cNvSpPr txBox="1"/>
          <p:nvPr>
            <p:ph idx="7" type="subTitle"/>
          </p:nvPr>
        </p:nvSpPr>
        <p:spPr>
          <a:xfrm>
            <a:off x="71872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1"/>
          <p:cNvSpPr txBox="1"/>
          <p:nvPr>
            <p:ph idx="8" type="body"/>
          </p:nvPr>
        </p:nvSpPr>
        <p:spPr>
          <a:xfrm>
            <a:off x="37470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7" name="Google Shape;477;p61"/>
          <p:cNvSpPr txBox="1"/>
          <p:nvPr>
            <p:ph idx="9" type="body"/>
          </p:nvPr>
        </p:nvSpPr>
        <p:spPr>
          <a:xfrm>
            <a:off x="54671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8" name="Google Shape;478;p61"/>
          <p:cNvSpPr txBox="1"/>
          <p:nvPr>
            <p:ph idx="13" type="body"/>
          </p:nvPr>
        </p:nvSpPr>
        <p:spPr>
          <a:xfrm>
            <a:off x="71872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9" name="Google Shape;479;p61"/>
          <p:cNvSpPr txBox="1"/>
          <p:nvPr>
            <p:ph type="title"/>
          </p:nvPr>
        </p:nvSpPr>
        <p:spPr>
          <a:xfrm>
            <a:off x="396875" y="3950225"/>
            <a:ext cx="31977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80" name="Google Shape;480;p61"/>
          <p:cNvSpPr txBox="1"/>
          <p:nvPr>
            <p:ph idx="14" type="body"/>
          </p:nvPr>
        </p:nvSpPr>
        <p:spPr>
          <a:xfrm>
            <a:off x="396875" y="620025"/>
            <a:ext cx="29367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81" name="Google Shape;481;p61"/>
          <p:cNvSpPr txBox="1"/>
          <p:nvPr>
            <p:ph idx="15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2" name="Google Shape;482;p61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ojis">
  <p:cSld name="CUSTOM">
    <p:bg>
      <p:bgPr>
        <a:solidFill>
          <a:schemeClr val="dk1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5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3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7" name="Google Shape;487;p63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FB07F"/>
              </a:buClr>
              <a:buSzPts val="3200"/>
              <a:buNone/>
              <a:defRPr>
                <a:solidFill>
                  <a:srgbClr val="8FB07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chemeClr val="lt1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4"/>
          <p:cNvSpPr txBox="1"/>
          <p:nvPr>
            <p:ph type="title"/>
          </p:nvPr>
        </p:nvSpPr>
        <p:spPr>
          <a:xfrm>
            <a:off x="457200" y="205978"/>
            <a:ext cx="7183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A6741"/>
              </a:buClr>
              <a:buSzPts val="4400"/>
              <a:buFont typeface="Calibri"/>
              <a:buNone/>
              <a:defRPr>
                <a:solidFill>
                  <a:srgbClr val="4A674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6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4A6741"/>
              </a:buClr>
              <a:buSzPts val="3200"/>
              <a:buChar char="●"/>
              <a:defRPr>
                <a:solidFill>
                  <a:srgbClr val="4A6741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4A6741"/>
              </a:buClr>
              <a:buSzPts val="2800"/>
              <a:buChar char="○"/>
              <a:defRPr>
                <a:solidFill>
                  <a:srgbClr val="4A6741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4A6741"/>
              </a:buClr>
              <a:buSzPts val="2400"/>
              <a:buChar char="■"/>
              <a:defRPr>
                <a:solidFill>
                  <a:srgbClr val="4A6741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4A6741"/>
              </a:buClr>
              <a:buSzPts val="2000"/>
              <a:buChar char="●"/>
              <a:defRPr>
                <a:solidFill>
                  <a:srgbClr val="4A6741"/>
                </a:solidFill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4A6741"/>
              </a:buClr>
              <a:buSzPts val="2000"/>
              <a:buChar char="○"/>
              <a:defRPr>
                <a:solidFill>
                  <a:srgbClr val="4A674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2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5"/>
          <p:cNvSpPr txBox="1"/>
          <p:nvPr>
            <p:ph type="title"/>
          </p:nvPr>
        </p:nvSpPr>
        <p:spPr>
          <a:xfrm>
            <a:off x="457200" y="205978"/>
            <a:ext cx="7183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2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6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5" name="Google Shape;495;p66"/>
          <p:cNvSpPr txBox="1"/>
          <p:nvPr>
            <p:ph idx="1" type="body"/>
          </p:nvPr>
        </p:nvSpPr>
        <p:spPr>
          <a:xfrm>
            <a:off x="722313" y="2180035"/>
            <a:ext cx="77724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FB07F"/>
              </a:buClr>
              <a:buSzPts val="2000"/>
              <a:buNone/>
              <a:defRPr sz="2000">
                <a:solidFill>
                  <a:srgbClr val="8FB07F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5.xml"/><Relationship Id="rId42" Type="http://schemas.openxmlformats.org/officeDocument/2006/relationships/slideLayout" Target="../slideLayouts/slideLayout57.xml"/><Relationship Id="rId41" Type="http://schemas.openxmlformats.org/officeDocument/2006/relationships/slideLayout" Target="../slideLayouts/slideLayout56.xml"/><Relationship Id="rId44" Type="http://schemas.openxmlformats.org/officeDocument/2006/relationships/slideLayout" Target="../slideLayouts/slideLayout59.xml"/><Relationship Id="rId43" Type="http://schemas.openxmlformats.org/officeDocument/2006/relationships/slideLayout" Target="../slideLayouts/slideLayout58.xml"/><Relationship Id="rId46" Type="http://schemas.openxmlformats.org/officeDocument/2006/relationships/slideLayout" Target="../slideLayouts/slideLayout61.xml"/><Relationship Id="rId45" Type="http://schemas.openxmlformats.org/officeDocument/2006/relationships/slideLayout" Target="../slideLayouts/slideLayout60.xml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48" Type="http://schemas.openxmlformats.org/officeDocument/2006/relationships/slideLayout" Target="../slideLayouts/slideLayout63.xml"/><Relationship Id="rId47" Type="http://schemas.openxmlformats.org/officeDocument/2006/relationships/slideLayout" Target="../slideLayouts/slideLayout62.xml"/><Relationship Id="rId49" Type="http://schemas.openxmlformats.org/officeDocument/2006/relationships/slideLayout" Target="../slideLayouts/slideLayout64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31" Type="http://schemas.openxmlformats.org/officeDocument/2006/relationships/slideLayout" Target="../slideLayouts/slideLayout46.xml"/><Relationship Id="rId30" Type="http://schemas.openxmlformats.org/officeDocument/2006/relationships/slideLayout" Target="../slideLayouts/slideLayout45.xml"/><Relationship Id="rId33" Type="http://schemas.openxmlformats.org/officeDocument/2006/relationships/slideLayout" Target="../slideLayouts/slideLayout48.xml"/><Relationship Id="rId32" Type="http://schemas.openxmlformats.org/officeDocument/2006/relationships/slideLayout" Target="../slideLayouts/slideLayout47.xml"/><Relationship Id="rId35" Type="http://schemas.openxmlformats.org/officeDocument/2006/relationships/slideLayout" Target="../slideLayouts/slideLayout50.xml"/><Relationship Id="rId34" Type="http://schemas.openxmlformats.org/officeDocument/2006/relationships/slideLayout" Target="../slideLayouts/slideLayout49.xml"/><Relationship Id="rId37" Type="http://schemas.openxmlformats.org/officeDocument/2006/relationships/slideLayout" Target="../slideLayouts/slideLayout52.xml"/><Relationship Id="rId36" Type="http://schemas.openxmlformats.org/officeDocument/2006/relationships/slideLayout" Target="../slideLayouts/slideLayout51.xml"/><Relationship Id="rId39" Type="http://schemas.openxmlformats.org/officeDocument/2006/relationships/slideLayout" Target="../slideLayouts/slideLayout54.xml"/><Relationship Id="rId38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0.xml"/><Relationship Id="rId28" Type="http://schemas.openxmlformats.org/officeDocument/2006/relationships/slideLayout" Target="../slideLayouts/slideLayout43.xml"/><Relationship Id="rId27" Type="http://schemas.openxmlformats.org/officeDocument/2006/relationships/slideLayout" Target="../slideLayouts/slideLayout42.xml"/><Relationship Id="rId29" Type="http://schemas.openxmlformats.org/officeDocument/2006/relationships/slideLayout" Target="../slideLayouts/slideLayout44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228600" y="223500"/>
            <a:ext cx="8686800" cy="20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ublic Sans"/>
              <a:buNone/>
              <a:defRPr sz="6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247900" y="3457700"/>
            <a:ext cx="8686800" cy="14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704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orient="horz" pos="141">
          <p15:clr>
            <a:srgbClr val="E46962"/>
          </p15:clr>
        </p15:guide>
        <p15:guide id="3" pos="529">
          <p15:clr>
            <a:srgbClr val="E46962"/>
          </p15:clr>
        </p15:guide>
        <p15:guide id="4" pos="606">
          <p15:clr>
            <a:srgbClr val="E46962"/>
          </p15:clr>
        </p15:guide>
        <p15:guide id="5" pos="991">
          <p15:clr>
            <a:srgbClr val="E46962"/>
          </p15:clr>
        </p15:guide>
        <p15:guide id="6" pos="1069">
          <p15:clr>
            <a:srgbClr val="E46962"/>
          </p15:clr>
        </p15:guide>
        <p15:guide id="7" pos="1454">
          <p15:clr>
            <a:srgbClr val="E46962"/>
          </p15:clr>
        </p15:guide>
        <p15:guide id="8" pos="1531">
          <p15:clr>
            <a:srgbClr val="E46962"/>
          </p15:clr>
        </p15:guide>
        <p15:guide id="9" pos="1916">
          <p15:clr>
            <a:srgbClr val="E46962"/>
          </p15:clr>
        </p15:guide>
        <p15:guide id="10" pos="1994">
          <p15:clr>
            <a:srgbClr val="E46962"/>
          </p15:clr>
        </p15:guide>
        <p15:guide id="11" pos="2379">
          <p15:clr>
            <a:srgbClr val="E46962"/>
          </p15:clr>
        </p15:guide>
        <p15:guide id="12" pos="2456">
          <p15:clr>
            <a:srgbClr val="E46962"/>
          </p15:clr>
        </p15:guide>
        <p15:guide id="13" pos="2919">
          <p15:clr>
            <a:srgbClr val="E46962"/>
          </p15:clr>
        </p15:guide>
        <p15:guide id="14" pos="3381">
          <p15:clr>
            <a:srgbClr val="E46962"/>
          </p15:clr>
        </p15:guide>
        <p15:guide id="15" pos="3766">
          <p15:clr>
            <a:srgbClr val="E46962"/>
          </p15:clr>
        </p15:guide>
        <p15:guide id="16" pos="3844">
          <p15:clr>
            <a:srgbClr val="E46962"/>
          </p15:clr>
        </p15:guide>
        <p15:guide id="17" pos="4229">
          <p15:clr>
            <a:srgbClr val="E46962"/>
          </p15:clr>
        </p15:guide>
        <p15:guide id="18" pos="2841">
          <p15:clr>
            <a:srgbClr val="E46962"/>
          </p15:clr>
        </p15:guide>
        <p15:guide id="19" pos="3304">
          <p15:clr>
            <a:srgbClr val="E46962"/>
          </p15:clr>
        </p15:guide>
        <p15:guide id="20" pos="4306">
          <p15:clr>
            <a:srgbClr val="E46962"/>
          </p15:clr>
        </p15:guide>
        <p15:guide id="21" pos="4691">
          <p15:clr>
            <a:srgbClr val="E46962"/>
          </p15:clr>
        </p15:guide>
        <p15:guide id="22" pos="4769">
          <p15:clr>
            <a:srgbClr val="E46962"/>
          </p15:clr>
        </p15:guide>
        <p15:guide id="23" pos="5154">
          <p15:clr>
            <a:srgbClr val="E46962"/>
          </p15:clr>
        </p15:guide>
        <p15:guide id="24" pos="5231">
          <p15:clr>
            <a:srgbClr val="E46962"/>
          </p15:clr>
        </p15:guide>
        <p15:guide id="25" pos="5616">
          <p15:clr>
            <a:srgbClr val="E46962"/>
          </p15:clr>
        </p15:guide>
        <p15:guide id="26" orient="horz" pos="29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7"/>
          <p:cNvSpPr txBox="1"/>
          <p:nvPr>
            <p:ph type="title"/>
          </p:nvPr>
        </p:nvSpPr>
        <p:spPr>
          <a:xfrm>
            <a:off x="398075" y="365350"/>
            <a:ext cx="7447200" cy="16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800"/>
              <a:t>AI &amp;</a:t>
            </a:r>
            <a:br>
              <a:rPr lang="en" sz="6800"/>
            </a:br>
            <a:r>
              <a:rPr lang="en" sz="6800"/>
              <a:t>Your Champion</a:t>
            </a:r>
            <a:endParaRPr sz="6800"/>
          </a:p>
        </p:txBody>
      </p:sp>
      <p:sp>
        <p:nvSpPr>
          <p:cNvPr id="501" name="Google Shape;501;p67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TL5: Will</a:t>
            </a:r>
            <a:endParaRPr/>
          </a:p>
        </p:txBody>
      </p:sp>
      <p:sp>
        <p:nvSpPr>
          <p:cNvPr id="502" name="Google Shape;502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3" name="Google Shape;503;p67"/>
          <p:cNvSpPr txBox="1"/>
          <p:nvPr/>
        </p:nvSpPr>
        <p:spPr>
          <a:xfrm>
            <a:off x="398075" y="2427550"/>
            <a:ext cx="6183900" cy="15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TL5 - Lecture 1 Use AI to Draft it -</a:t>
            </a:r>
            <a:endParaRPr sz="21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Then Own Every word</a:t>
            </a:r>
            <a:endParaRPr sz="21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8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TL5: Will</a:t>
            </a:r>
            <a:endParaRPr/>
          </a:p>
        </p:txBody>
      </p:sp>
      <p:sp>
        <p:nvSpPr>
          <p:cNvPr id="509" name="Google Shape;509;p68"/>
          <p:cNvSpPr txBox="1"/>
          <p:nvPr>
            <p:ph idx="4294967295" type="body"/>
          </p:nvPr>
        </p:nvSpPr>
        <p:spPr>
          <a:xfrm>
            <a:off x="5993850" y="47074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510" name="Google Shape;510;p68"/>
          <p:cNvSpPr txBox="1"/>
          <p:nvPr>
            <p:ph type="title"/>
          </p:nvPr>
        </p:nvSpPr>
        <p:spPr>
          <a:xfrm>
            <a:off x="338425" y="62852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Meet Your TL5 Team</a:t>
            </a:r>
            <a:endParaRPr/>
          </a:p>
        </p:txBody>
      </p:sp>
      <p:sp>
        <p:nvSpPr>
          <p:cNvPr id="511" name="Google Shape;511;p68"/>
          <p:cNvSpPr txBox="1"/>
          <p:nvPr>
            <p:ph idx="2" type="body"/>
          </p:nvPr>
        </p:nvSpPr>
        <p:spPr>
          <a:xfrm>
            <a:off x="571350" y="1747675"/>
            <a:ext cx="6060600" cy="26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ublic Sans Light"/>
              <a:buChar char="●"/>
            </a:pPr>
            <a:r>
              <a:rPr lang="en" sz="1800">
                <a:latin typeface="Public Sans Light"/>
                <a:ea typeface="Public Sans Light"/>
                <a:cs typeface="Public Sans Light"/>
                <a:sym typeface="Public Sans Light"/>
              </a:rPr>
              <a:t>We are your TL5 group — everyone across the class who shares TL number 5.</a:t>
            </a:r>
            <a:endParaRPr sz="1800"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Public Sans Light"/>
              <a:buChar char="●"/>
            </a:pPr>
            <a:r>
              <a:rPr lang="en" sz="1800">
                <a:latin typeface="Public Sans Light"/>
                <a:ea typeface="Public Sans Light"/>
                <a:cs typeface="Public Sans Light"/>
                <a:sym typeface="Public Sans Light"/>
              </a:rPr>
              <a:t>We circulate to help you prompt the AI and — the important part — verify what it gives back.</a:t>
            </a:r>
            <a:endParaRPr sz="1800"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Public Sans Light"/>
              <a:buChar char="●"/>
            </a:pPr>
            <a:r>
              <a:rPr lang="en" sz="1800">
                <a:latin typeface="Public Sans Light"/>
                <a:ea typeface="Public Sans Light"/>
                <a:cs typeface="Public Sans Light"/>
                <a:sym typeface="Public Sans Light"/>
              </a:rPr>
              <a:t>“Is this actually right?” is today's whole skill — wave us over the moment you're unsure.</a:t>
            </a:r>
            <a:endParaRPr sz="1800"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9"/>
          <p:cNvSpPr txBox="1"/>
          <p:nvPr>
            <p:ph type="title"/>
          </p:nvPr>
        </p:nvSpPr>
        <p:spPr>
          <a:xfrm>
            <a:off x="399900" y="62852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What Today is - and isn’t</a:t>
            </a:r>
            <a:endParaRPr sz="4500"/>
          </a:p>
        </p:txBody>
      </p:sp>
      <p:sp>
        <p:nvSpPr>
          <p:cNvPr id="517" name="Google Shape;517;p69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TL5: Will</a:t>
            </a:r>
            <a:endParaRPr/>
          </a:p>
        </p:txBody>
      </p:sp>
      <p:sp>
        <p:nvSpPr>
          <p:cNvPr id="518" name="Google Shape;518;p69"/>
          <p:cNvSpPr txBox="1"/>
          <p:nvPr>
            <p:ph idx="4294967295" type="body"/>
          </p:nvPr>
        </p:nvSpPr>
        <p:spPr>
          <a:xfrm>
            <a:off x="5993850" y="47074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519" name="Google Shape;519;p69"/>
          <p:cNvSpPr txBox="1"/>
          <p:nvPr>
            <p:ph idx="2" type="body"/>
          </p:nvPr>
        </p:nvSpPr>
        <p:spPr>
          <a:xfrm>
            <a:off x="374225" y="1704675"/>
            <a:ext cx="5582100" cy="27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17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 Light"/>
              <a:buChar char="•"/>
            </a:pPr>
            <a:r>
              <a:rPr lang="en" sz="1600">
                <a:latin typeface="Public Sans Light"/>
                <a:ea typeface="Public Sans Light"/>
                <a:cs typeface="Public Sans Light"/>
                <a:sym typeface="Public Sans Light"/>
              </a:rPr>
              <a:t>You already learned what each Champion section IS (Dr. BC taught use cases, interface contracts, DFDs).</a:t>
            </a:r>
            <a:endParaRPr sz="1600"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indent="-2717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 Light"/>
              <a:buChar char="•"/>
            </a:pPr>
            <a:r>
              <a:rPr lang="en" sz="1600">
                <a:latin typeface="Public Sans Light"/>
                <a:ea typeface="Public Sans Light"/>
                <a:cs typeface="Public Sans Light"/>
                <a:sym typeface="Public Sans Light"/>
              </a:rPr>
              <a:t>Today is NOT re-teaching those — it's producing them with AI, fast, then verifying and owning them.</a:t>
            </a:r>
            <a:endParaRPr sz="1600"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indent="-2717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 Light"/>
              <a:buChar char="•"/>
            </a:pPr>
            <a:r>
              <a:rPr lang="en" sz="1600">
                <a:latin typeface="Public Sans Light"/>
                <a:ea typeface="Public Sans Light"/>
                <a:cs typeface="Public Sans Light"/>
                <a:sym typeface="Public Sans Light"/>
              </a:rPr>
              <a:t>The AI is a first-draft engine; it is not the author of record. You are.</a:t>
            </a:r>
            <a:endParaRPr sz="1600"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indent="-2717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 Light"/>
              <a:buChar char="•"/>
            </a:pPr>
            <a:r>
              <a:rPr lang="en" sz="1600">
                <a:latin typeface="Public Sans Light"/>
                <a:ea typeface="Public Sans Light"/>
                <a:cs typeface="Public Sans Light"/>
                <a:sym typeface="Public Sans Light"/>
              </a:rPr>
              <a:t>Two outputs today: (1) your Champion, (2) fine-grained time estimates — both AI-drafted, both YOURS.</a:t>
            </a:r>
            <a:endParaRPr sz="1600"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indent="-2717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ublic Sans Light"/>
              <a:buChar char="•"/>
            </a:pPr>
            <a:r>
              <a:rPr lang="en" sz="1600">
                <a:latin typeface="Public Sans Light"/>
                <a:ea typeface="Public Sans Light"/>
                <a:cs typeface="Public Sans Light"/>
                <a:sym typeface="Public Sans Light"/>
              </a:rPr>
              <a:t>The estimates go straight into the TL4 lecture right after this.</a:t>
            </a:r>
            <a:endParaRPr sz="1600"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520" name="Google Shape;520;p69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0"/>
          <p:cNvSpPr txBox="1"/>
          <p:nvPr>
            <p:ph idx="2" type="subTitle"/>
          </p:nvPr>
        </p:nvSpPr>
        <p:spPr>
          <a:xfrm>
            <a:off x="228600" y="223500"/>
            <a:ext cx="20793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26" name="Google Shape;526;p70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TL5: Will</a:t>
            </a:r>
            <a:endParaRPr/>
          </a:p>
        </p:txBody>
      </p:sp>
      <p:sp>
        <p:nvSpPr>
          <p:cNvPr id="527" name="Google Shape;527;p70"/>
          <p:cNvSpPr txBox="1"/>
          <p:nvPr>
            <p:ph type="title"/>
          </p:nvPr>
        </p:nvSpPr>
        <p:spPr>
          <a:xfrm>
            <a:off x="240850" y="3175000"/>
            <a:ext cx="5004000" cy="15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the Campion is</a:t>
            </a:r>
            <a:endParaRPr/>
          </a:p>
        </p:txBody>
      </p:sp>
      <p:sp>
        <p:nvSpPr>
          <p:cNvPr id="528" name="Google Shape;528;p70"/>
          <p:cNvSpPr txBox="1"/>
          <p:nvPr>
            <p:ph idx="4" type="subTitle"/>
          </p:nvPr>
        </p:nvSpPr>
        <p:spPr>
          <a:xfrm>
            <a:off x="2431100" y="223500"/>
            <a:ext cx="20793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29" name="Google Shape;529;p70"/>
          <p:cNvSpPr txBox="1"/>
          <p:nvPr>
            <p:ph idx="5" type="body"/>
          </p:nvPr>
        </p:nvSpPr>
        <p:spPr>
          <a:xfrm>
            <a:off x="24312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rPr lang="en" sz="1400"/>
              <a:t>Use Case — actors + numbered basic sequence; exceptions branch from a step (“Step 3a”).</a:t>
            </a:r>
            <a:endParaRPr sz="1400"/>
          </a:p>
        </p:txBody>
      </p:sp>
      <p:sp>
        <p:nvSpPr>
          <p:cNvPr id="530" name="Google Shape;530;p70"/>
          <p:cNvSpPr txBox="1"/>
          <p:nvPr>
            <p:ph idx="6" type="subTitle"/>
          </p:nvPr>
        </p:nvSpPr>
        <p:spPr>
          <a:xfrm>
            <a:off x="4633725" y="223500"/>
            <a:ext cx="20793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31" name="Google Shape;531;p70"/>
          <p:cNvSpPr txBox="1"/>
          <p:nvPr>
            <p:ph idx="7" type="body"/>
          </p:nvPr>
        </p:nvSpPr>
        <p:spPr>
          <a:xfrm>
            <a:off x="4633850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rPr lang="en" sz="1400"/>
              <a:t>Interface Contract — inputs / outputs / events, each typed and testable (not vague).</a:t>
            </a:r>
            <a:endParaRPr sz="1400"/>
          </a:p>
        </p:txBody>
      </p:sp>
      <p:sp>
        <p:nvSpPr>
          <p:cNvPr id="532" name="Google Shape;532;p70"/>
          <p:cNvSpPr txBox="1"/>
          <p:nvPr>
            <p:ph idx="8" type="subTitle"/>
          </p:nvPr>
        </p:nvSpPr>
        <p:spPr>
          <a:xfrm>
            <a:off x="6836100" y="223500"/>
            <a:ext cx="20793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33" name="Google Shape;533;p70"/>
          <p:cNvSpPr txBox="1"/>
          <p:nvPr>
            <p:ph idx="9" type="body"/>
          </p:nvPr>
        </p:nvSpPr>
        <p:spPr>
          <a:xfrm>
            <a:off x="68362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rPr lang="en" sz="1400"/>
              <a:t>DFD — Gane–Sarson, context → your feature's zoom; no black holes or miracles.</a:t>
            </a:r>
            <a:endParaRPr sz="1400"/>
          </a:p>
        </p:txBody>
      </p:sp>
      <p:sp>
        <p:nvSpPr>
          <p:cNvPr id="534" name="Google Shape;534;p70"/>
          <p:cNvSpPr txBox="1"/>
          <p:nvPr>
            <p:ph idx="8" type="subTitle"/>
          </p:nvPr>
        </p:nvSpPr>
        <p:spPr>
          <a:xfrm>
            <a:off x="6836038" y="2051450"/>
            <a:ext cx="20793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35" name="Google Shape;535;p70"/>
          <p:cNvSpPr txBox="1"/>
          <p:nvPr>
            <p:ph idx="9" type="body"/>
          </p:nvPr>
        </p:nvSpPr>
        <p:spPr>
          <a:xfrm>
            <a:off x="6836163" y="252645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rPr lang="en" sz="1400"/>
              <a:t>Timeline — work items + honest hour estimates (TL4 tracks you against these).</a:t>
            </a:r>
            <a:endParaRPr sz="1400"/>
          </a:p>
        </p:txBody>
      </p:sp>
      <p:sp>
        <p:nvSpPr>
          <p:cNvPr id="536" name="Google Shape;536;p70"/>
          <p:cNvSpPr txBox="1"/>
          <p:nvPr>
            <p:ph idx="5" type="body"/>
          </p:nvPr>
        </p:nvSpPr>
        <p:spPr>
          <a:xfrm>
            <a:off x="240850" y="7389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rPr lang="en" sz="1400"/>
              <a:t>Introduction —what your feature does, and what it does NOT do.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ew Employee Orientation &amp; Training">
  <a:themeElements>
    <a:clrScheme name="Simple Light">
      <a:dk1>
        <a:srgbClr val="000000"/>
      </a:dk1>
      <a:lt1>
        <a:srgbClr val="FBF8F4"/>
      </a:lt1>
      <a:dk2>
        <a:srgbClr val="4B917D"/>
      </a:dk2>
      <a:lt2>
        <a:srgbClr val="DAFEA4"/>
      </a:lt2>
      <a:accent1>
        <a:srgbClr val="A0C7FE"/>
      </a:accent1>
      <a:accent2>
        <a:srgbClr val="E0E0E0"/>
      </a:accent2>
      <a:accent3>
        <a:srgbClr val="BDE6DB"/>
      </a:accent3>
      <a:accent4>
        <a:srgbClr val="F7FDD7"/>
      </a:accent4>
      <a:accent5>
        <a:srgbClr val="FFFFFF"/>
      </a:accent5>
      <a:accent6>
        <a:srgbClr val="3F8BA5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